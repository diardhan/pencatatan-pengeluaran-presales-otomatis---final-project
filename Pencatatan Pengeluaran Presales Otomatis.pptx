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99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E348-A390-BFBD-CA1A-A71190CCA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CFA69-8E90-B62B-AA8B-130EC25A3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9B738-7F1D-0700-CB2F-654455330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024F6-5117-A3DD-CEAC-946C1452D3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20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E66F1-41EF-0787-D2BD-423346E34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206F3-7E88-10D0-3CFB-F3F77E37D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F77A5-CAD8-1EED-36DE-C335CDB61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B0E0A-F953-9D29-5955-62CAE68047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8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463040"/>
            <a:ext cx="4206240" cy="420624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0840" y="822960"/>
            <a:ext cx="1737360" cy="1737360"/>
          </a:xfrm>
          <a:prstGeom prst="ellipse">
            <a:avLst/>
          </a:prstGeom>
          <a:solidFill>
            <a:srgbClr val="A9C7EE"/>
          </a:solidFill>
          <a:ln w="12700">
            <a:solidFill>
              <a:srgbClr val="A9C7E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371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 Pencatat Pengeluaran Presales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26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PPKD AIAE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A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Shergy Diardhan</a:t>
            </a:r>
            <a:endParaRPr lang="en-US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737360" cy="1737360"/>
          </a:xfrm>
          <a:prstGeom prst="ellipse">
            <a:avLst/>
          </a:prstGeom>
          <a:solidFill>
            <a:srgbClr val="DCE8F8"/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Background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dipilih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A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sering diminta atasan membeli barang mendadak (alat demo, konsumsi klien, perlengkapan kantor) dengan uang pribadi, lalu direimburse.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 mudah hilang dan lupa dicatat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manual lambat dan rawan salah ketik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atasan minta total belanja, data direkap ulang dari nol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</a:t>
            </a:r>
            <a:r>
              <a:rPr lang="en-US" sz="1600" b="1" dirty="0" err="1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</a:t>
            </a:r>
            <a:r>
              <a:rPr lang="en-US" sz="16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diautomatisasi</a:t>
            </a:r>
            <a:r>
              <a:rPr lang="en-US" sz="16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819656"/>
            <a:ext cx="246888" cy="2468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166420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Berulang dan berpola tetap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struk, ketik, hitung, buat laporan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242316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5511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23957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Rawan human error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nominal, lupa diskon atau pajak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54880" y="315468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328269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31272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Dilakukan di lapangan</a:t>
            </a:r>
            <a:endParaRPr lang="en-US" sz="13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manapun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kapanpun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tunggu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belanjaan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ilang</a:t>
            </a: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!)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3886200"/>
            <a:ext cx="502920" cy="50292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4014216"/>
            <a:ext cx="246888" cy="2468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0680" y="38587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diminta sewaktu-waktu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harus selalu siap tanpa rekap ulang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737360" cy="1737360"/>
          </a:xfrm>
          <a:prstGeom prst="ellipse">
            <a:avLst/>
          </a:prstGeom>
          <a:solidFill>
            <a:srgbClr val="DCE8F8"/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&amp; Reasoning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58200" cy="347472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960120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Trigger  →  Switch: memilah pesan masuk menjadi 3 jalur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508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struk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150876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0200" y="150876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Photo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60904" y="1828800"/>
            <a:ext cx="164592" cy="0"/>
          </a:xfrm>
          <a:prstGeom prst="line">
            <a:avLst/>
          </a:prstGeom>
          <a:noFill/>
          <a:ln w="15875">
            <a:solidFill>
              <a:srgbClr val="0B53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50876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150876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baca struk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95344" y="1828800"/>
            <a:ext cx="164592" cy="0"/>
          </a:xfrm>
          <a:prstGeom prst="line">
            <a:avLst/>
          </a:prstGeom>
          <a:noFill/>
          <a:ln w="15875">
            <a:solidFill>
              <a:srgbClr val="0B53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69080" y="150876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9080" y="150876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9784" y="1828800"/>
            <a:ext cx="164592" cy="0"/>
          </a:xfrm>
          <a:prstGeom prst="line">
            <a:avLst/>
          </a:prstGeom>
          <a:noFill/>
          <a:ln w="15875">
            <a:solidFill>
              <a:srgbClr val="0B539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03520" y="150876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150876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ke Sheets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64224" y="1828800"/>
            <a:ext cx="164592" cy="0"/>
          </a:xfrm>
          <a:prstGeom prst="line">
            <a:avLst/>
          </a:prstGeom>
          <a:noFill/>
          <a:ln w="15875">
            <a:solidFill>
              <a:srgbClr val="0B539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150876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150876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&amp; cek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98664" y="1828800"/>
            <a:ext cx="164592" cy="0"/>
          </a:xfrm>
          <a:prstGeom prst="line">
            <a:avLst/>
          </a:prstGeom>
          <a:noFill/>
          <a:ln w="15875">
            <a:solidFill>
              <a:srgbClr val="0B539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72400" y="150876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0" y="150876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 Telegram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3317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" y="2331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teks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00200" y="233172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00200" y="233172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(Gemini)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60904" y="2651760"/>
            <a:ext cx="164592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34640" y="233172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34640" y="233172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data lengkap?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95344" y="2651760"/>
            <a:ext cx="164592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069080" y="233172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69080" y="233172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9784" y="2651760"/>
            <a:ext cx="164592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303520" y="233172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03520" y="233172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ke Sheets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64224" y="2651760"/>
            <a:ext cx="164592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537960" y="233172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37960" y="233172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 Telegram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15468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5760" y="3154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600200" y="315468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1B3A7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600200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Switch1: periode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660904" y="3474720"/>
            <a:ext cx="164592" cy="0"/>
          </a:xfrm>
          <a:prstGeom prst="line">
            <a:avLst/>
          </a:prstGeom>
          <a:noFill/>
          <a:ln w="15875">
            <a:solidFill>
              <a:srgbClr val="1B3A7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834640" y="315468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1B3A7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834640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rows Sheets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95344" y="3474720"/>
            <a:ext cx="164592" cy="0"/>
          </a:xfrm>
          <a:prstGeom prst="line">
            <a:avLst/>
          </a:prstGeom>
          <a:noFill/>
          <a:ln w="15875">
            <a:solidFill>
              <a:srgbClr val="1B3A7A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069080" y="315468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1B3A7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069080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tanggal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129784" y="3474720"/>
            <a:ext cx="164592" cy="0"/>
          </a:xfrm>
          <a:prstGeom prst="line">
            <a:avLst/>
          </a:prstGeom>
          <a:noFill/>
          <a:ln w="15875">
            <a:solidFill>
              <a:srgbClr val="1B3A7A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303520" y="315468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1B3A7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03520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total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64224" y="3474720"/>
            <a:ext cx="164592" cy="0"/>
          </a:xfrm>
          <a:prstGeom prst="line">
            <a:avLst/>
          </a:prstGeom>
          <a:noFill/>
          <a:ln w="15875">
            <a:solidFill>
              <a:srgbClr val="1B3A7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537960" y="315468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1B3A7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37960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 approval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598664" y="3474720"/>
            <a:ext cx="164592" cy="0"/>
          </a:xfrm>
          <a:prstGeom prst="line">
            <a:avLst/>
          </a:prstGeom>
          <a:noFill/>
          <a:ln w="15875">
            <a:solidFill>
              <a:srgbClr val="1B3A7A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772400" y="315468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1B3A7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72400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Gmail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36576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struk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membaca struk lalu diparse jadi JSON, jadi tidak perlu ketik manual dan angka tidak salah salin.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320040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teks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memahami kalimat bebas. If memeriksa kelengkapan data sebelum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disimpan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Jika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yang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diinput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AI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menyapa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 dan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kegunaannya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603504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disaring di n8n karena Sheets hanya mendukung "sama dengan". Approval mencegah laporan salah terkirim.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737360" cy="1737360"/>
          </a:xfrm>
          <a:prstGeom prst="ellipse">
            <a:avLst/>
          </a:prstGeom>
          <a:solidFill>
            <a:srgbClr val="DCE8F8"/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Pemilihan &amp; Penggunaan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5179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Model: Google Gemini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 image untuk membaca struk, serta Chat Model + Simple Memory untuk AI Agent.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model multimodal (gambar dan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gratis,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kegunaannya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371600"/>
            <a:ext cx="548640" cy="54864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5179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Automation: n8n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Merangkai alur dengan Switch, If, Filter, dan Summarize.</a:t>
            </a:r>
            <a:endParaRPr lang="en-US" sz="1100" dirty="0"/>
          </a:p>
          <a:p>
            <a:pPr>
              <a:spcAft>
                <a:spcPts val="300"/>
              </a:spcAft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Alasan: </a:t>
            </a:r>
            <a:r>
              <a:rPr lang="en-US" sz="1100" dirty="0"/>
              <a:t>Minim </a:t>
            </a:r>
            <a:r>
              <a:rPr lang="en-US" sz="1100" dirty="0" err="1"/>
              <a:t>koding</a:t>
            </a:r>
            <a:r>
              <a:rPr lang="en-US" sz="1100" dirty="0"/>
              <a:t>, </a:t>
            </a:r>
            <a:r>
              <a:rPr lang="en-US" sz="1100" dirty="0" err="1"/>
              <a:t>mendukung</a:t>
            </a:r>
            <a:r>
              <a:rPr lang="en-US" sz="1100" dirty="0"/>
              <a:t> </a:t>
            </a:r>
            <a:r>
              <a:rPr lang="en-US" sz="1100" dirty="0" err="1"/>
              <a:t>integrasi</a:t>
            </a:r>
            <a:r>
              <a:rPr lang="en-US" sz="1100" dirty="0"/>
              <a:t> </a:t>
            </a:r>
            <a:r>
              <a:rPr lang="en-US" sz="1100" dirty="0" err="1"/>
              <a:t>berbagai</a:t>
            </a:r>
            <a:r>
              <a:rPr lang="en-US" sz="1100" dirty="0"/>
              <a:t> </a:t>
            </a:r>
            <a:r>
              <a:rPr lang="en-US" sz="1100" dirty="0" err="1"/>
              <a:t>layanan</a:t>
            </a:r>
            <a:r>
              <a:rPr lang="en-US" sz="1100" dirty="0"/>
              <a:t>, </a:t>
            </a:r>
            <a:r>
              <a:rPr lang="en-US" sz="1100" dirty="0" err="1"/>
              <a:t>serta</a:t>
            </a:r>
            <a:r>
              <a:rPr lang="en-US" sz="1100" dirty="0"/>
              <a:t> </a:t>
            </a:r>
            <a:r>
              <a:rPr lang="en-US" sz="1100" dirty="0" err="1"/>
              <a:t>pengelolaan</a:t>
            </a:r>
            <a:r>
              <a:rPr lang="en-US" sz="1100" dirty="0"/>
              <a:t> </a:t>
            </a:r>
            <a:r>
              <a:rPr lang="en-US" sz="1100" dirty="0" err="1"/>
              <a:t>logika</a:t>
            </a:r>
            <a:r>
              <a:rPr lang="en-US" sz="1100" dirty="0"/>
              <a:t> yang </a:t>
            </a:r>
            <a:r>
              <a:rPr lang="en-US" sz="1100" dirty="0" err="1"/>
              <a:t>rapi</a:t>
            </a:r>
            <a:r>
              <a:rPr lang="en-US" sz="1100" dirty="0"/>
              <a:t>.</a:t>
            </a:r>
          </a:p>
        </p:txBody>
      </p:sp>
      <p:sp>
        <p:nvSpPr>
          <p:cNvPr id="14" name="Shape 10"/>
          <p:cNvSpPr/>
          <p:nvPr/>
        </p:nvSpPr>
        <p:spPr>
          <a:xfrm>
            <a:off x="457200" y="2971799"/>
            <a:ext cx="3931920" cy="1987063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30098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154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Input: Telegram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3794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chat untuk kirim foto, teks, perintah laporan, dan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approval.</a:t>
            </a:r>
            <a:endParaRPr lang="en-US" sz="1100" dirty="0"/>
          </a:p>
          <a:p>
            <a:pPr>
              <a:spcAft>
                <a:spcPts val="300"/>
              </a:spcAft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Alasan: </a:t>
            </a:r>
            <a:r>
              <a:rPr lang="en-US" sz="1100" dirty="0" err="1"/>
              <a:t>Mudah</a:t>
            </a:r>
            <a:r>
              <a:rPr lang="en-US" sz="1100" dirty="0"/>
              <a:t> </a:t>
            </a:r>
            <a:r>
              <a:rPr lang="en-US" sz="1100" dirty="0" err="1"/>
              <a:t>diakses</a:t>
            </a:r>
            <a:r>
              <a:rPr lang="en-US" sz="1100" dirty="0"/>
              <a:t> </a:t>
            </a:r>
            <a:r>
              <a:rPr lang="en-US" sz="1100" dirty="0" err="1"/>
              <a:t>secara</a:t>
            </a:r>
            <a:r>
              <a:rPr lang="en-US" sz="1100" dirty="0"/>
              <a:t> </a:t>
            </a:r>
            <a:r>
              <a:rPr lang="en-US" sz="1100" dirty="0" err="1"/>
              <a:t>realtime</a:t>
            </a:r>
            <a:r>
              <a:rPr lang="en-US" sz="1100" dirty="0"/>
              <a:t> </a:t>
            </a:r>
            <a:r>
              <a:rPr lang="en-US" sz="1100" dirty="0" err="1"/>
              <a:t>dari</a:t>
            </a:r>
            <a:r>
              <a:rPr lang="en-US" sz="1100" dirty="0"/>
              <a:t> mana </a:t>
            </a:r>
            <a:r>
              <a:rPr lang="en-US" sz="1100" dirty="0" err="1"/>
              <a:t>saja</a:t>
            </a:r>
            <a:r>
              <a:rPr lang="en-US" sz="1100" dirty="0"/>
              <a:t> dan </a:t>
            </a:r>
            <a:r>
              <a:rPr lang="en-US" sz="1100" dirty="0" err="1"/>
              <a:t>mendukung</a:t>
            </a:r>
            <a:r>
              <a:rPr lang="en-US" sz="1100" dirty="0"/>
              <a:t> bot </a:t>
            </a:r>
            <a:r>
              <a:rPr lang="en-US" sz="1100" dirty="0" err="1"/>
              <a:t>interaktif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gratis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Key-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71800"/>
            <a:ext cx="3931920" cy="1987062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37760" y="3154680"/>
            <a:ext cx="548640" cy="548640"/>
          </a:xfrm>
          <a:prstGeom prst="ellipse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064" y="330098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154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Penyimpanan &amp; Laporan: Sheets + Gmail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937760" y="3794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Fungsi: </a:t>
            </a:r>
            <a:r>
              <a:rPr lang="en-US" sz="1100" dirty="0"/>
              <a:t>Google Sheets </a:t>
            </a:r>
            <a:r>
              <a:rPr lang="en-US" sz="1100" dirty="0" err="1"/>
              <a:t>menyimpan</a:t>
            </a:r>
            <a:r>
              <a:rPr lang="en-US" sz="1100" dirty="0"/>
              <a:t> basis data </a:t>
            </a:r>
            <a:r>
              <a:rPr lang="en-US" sz="1100" dirty="0" err="1"/>
              <a:t>pengeluaran</a:t>
            </a:r>
            <a:r>
              <a:rPr lang="en-US" sz="1100" dirty="0"/>
              <a:t> </a:t>
            </a:r>
            <a:r>
              <a:rPr lang="en-US" sz="1100" dirty="0" err="1"/>
              <a:t>secara</a:t>
            </a:r>
            <a:r>
              <a:rPr lang="en-US" sz="1100" dirty="0"/>
              <a:t> </a:t>
            </a:r>
            <a:r>
              <a:rPr lang="en-US" sz="1100" dirty="0" err="1"/>
              <a:t>terstruktur</a:t>
            </a:r>
            <a:r>
              <a:rPr lang="en-US" sz="1100" dirty="0"/>
              <a:t>, Gmail </a:t>
            </a:r>
            <a:r>
              <a:rPr lang="en-US" sz="1100" dirty="0" err="1"/>
              <a:t>meneruskan</a:t>
            </a:r>
            <a:r>
              <a:rPr lang="en-US" sz="1100" dirty="0"/>
              <a:t> </a:t>
            </a:r>
            <a:r>
              <a:rPr lang="en-US" sz="1100" dirty="0" err="1"/>
              <a:t>laporan</a:t>
            </a:r>
            <a:r>
              <a:rPr lang="en-US" sz="1100" dirty="0"/>
              <a:t> </a:t>
            </a:r>
            <a:r>
              <a:rPr lang="en-US" sz="1100" dirty="0" err="1"/>
              <a:t>berkala</a:t>
            </a:r>
            <a:r>
              <a:rPr lang="en-US" sz="1100" dirty="0"/>
              <a:t> </a:t>
            </a:r>
            <a:r>
              <a:rPr lang="en-US" sz="1100" dirty="0" err="1"/>
              <a:t>ke</a:t>
            </a:r>
            <a:r>
              <a:rPr lang="en-US" sz="1100" dirty="0"/>
              <a:t> </a:t>
            </a:r>
            <a:r>
              <a:rPr lang="en-US" sz="1100" dirty="0" err="1"/>
              <a:t>atasan</a:t>
            </a:r>
            <a:r>
              <a:rPr lang="en-US" sz="1100" dirty="0"/>
              <a:t>. </a:t>
            </a:r>
          </a:p>
          <a:p>
            <a:pPr>
              <a:spcAft>
                <a:spcPts val="300"/>
              </a:spcAft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Alasan: </a:t>
            </a:r>
            <a:r>
              <a:rPr lang="en-US" sz="1100" dirty="0" err="1"/>
              <a:t>Penyimpanan</a:t>
            </a:r>
            <a:r>
              <a:rPr lang="en-US" sz="1100" dirty="0"/>
              <a:t> </a:t>
            </a:r>
            <a:r>
              <a:rPr lang="en-US" sz="1100" dirty="0" err="1"/>
              <a:t>berbasis</a:t>
            </a:r>
            <a:r>
              <a:rPr lang="en-US" sz="1100" dirty="0"/>
              <a:t> cloud yang </a:t>
            </a:r>
            <a:r>
              <a:rPr lang="en-US" sz="1100" dirty="0" err="1"/>
              <a:t>transparan</a:t>
            </a:r>
            <a:r>
              <a:rPr lang="en-US" sz="1100" dirty="0"/>
              <a:t>, </a:t>
            </a:r>
            <a:r>
              <a:rPr lang="en-US" sz="1100" dirty="0" err="1"/>
              <a:t>mudah</a:t>
            </a:r>
            <a:r>
              <a:rPr lang="en-US" sz="1100" dirty="0"/>
              <a:t> </a:t>
            </a:r>
            <a:r>
              <a:rPr lang="en-US" sz="1100" dirty="0" err="1"/>
              <a:t>diakses</a:t>
            </a:r>
            <a:r>
              <a:rPr lang="en-US" sz="1100" dirty="0"/>
              <a:t>, dan </a:t>
            </a:r>
            <a:r>
              <a:rPr lang="en-US" sz="1100" dirty="0" err="1"/>
              <a:t>otomatis</a:t>
            </a:r>
            <a:r>
              <a:rPr lang="en-US" sz="1100" dirty="0"/>
              <a:t> </a:t>
            </a:r>
            <a:r>
              <a:rPr lang="en-US" sz="1100" dirty="0" err="1"/>
              <a:t>terkirim</a:t>
            </a:r>
            <a:r>
              <a:rPr lang="en-US" sz="1100" dirty="0"/>
              <a:t> </a:t>
            </a:r>
            <a:r>
              <a:rPr lang="en-US" sz="1100" dirty="0" err="1"/>
              <a:t>tanpa</a:t>
            </a:r>
            <a:r>
              <a:rPr lang="en-US" sz="1100" dirty="0"/>
              <a:t> proses manual. Gmail </a:t>
            </a:r>
            <a:r>
              <a:rPr lang="en-US" sz="1100" dirty="0" err="1"/>
              <a:t>berfungsi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meneruskan</a:t>
            </a:r>
            <a:r>
              <a:rPr lang="en-US" sz="1100" dirty="0"/>
              <a:t> </a:t>
            </a:r>
            <a:r>
              <a:rPr lang="en-US" sz="1100" dirty="0" err="1"/>
              <a:t>laporan</a:t>
            </a:r>
            <a:r>
              <a:rPr lang="en-US" sz="1100" dirty="0"/>
              <a:t> </a:t>
            </a:r>
            <a:r>
              <a:rPr lang="en-US" sz="1100" dirty="0" err="1"/>
              <a:t>rekap</a:t>
            </a:r>
            <a:r>
              <a:rPr lang="en-US" sz="1100" dirty="0"/>
              <a:t> </a:t>
            </a:r>
            <a:r>
              <a:rPr lang="en-US" sz="1100" dirty="0" err="1"/>
              <a:t>pengeluaran</a:t>
            </a:r>
            <a:r>
              <a:rPr lang="en-US" sz="1100" dirty="0"/>
              <a:t> </a:t>
            </a:r>
            <a:r>
              <a:rPr lang="en-US" sz="1100" dirty="0" err="1"/>
              <a:t>secara</a:t>
            </a:r>
            <a:r>
              <a:rPr lang="en-US" sz="1100" dirty="0"/>
              <a:t> </a:t>
            </a:r>
            <a:r>
              <a:rPr lang="en-US" sz="1100" dirty="0" err="1"/>
              <a:t>otomatis</a:t>
            </a:r>
            <a:r>
              <a:rPr lang="en-US" sz="1100" dirty="0"/>
              <a:t> </a:t>
            </a:r>
            <a:r>
              <a:rPr lang="en-US" sz="1100" dirty="0" err="1"/>
              <a:t>kepada</a:t>
            </a:r>
            <a:r>
              <a:rPr lang="en-US" sz="1100" dirty="0"/>
              <a:t> </a:t>
            </a:r>
            <a:r>
              <a:rPr lang="en-US" sz="1100" dirty="0" err="1"/>
              <a:t>atasan</a:t>
            </a:r>
            <a:r>
              <a:rPr lang="en-US" sz="1100" dirty="0"/>
              <a:t> </a:t>
            </a:r>
            <a:r>
              <a:rPr lang="en-US" sz="1100" dirty="0" err="1"/>
              <a:t>setelah</a:t>
            </a:r>
            <a:r>
              <a:rPr lang="en-US" sz="1100" dirty="0"/>
              <a:t> </a:t>
            </a:r>
            <a:r>
              <a:rPr lang="en-US" sz="1100" dirty="0" err="1"/>
              <a:t>disetujui</a:t>
            </a:r>
            <a:r>
              <a:rPr lang="en-US" sz="1100" dirty="0"/>
              <a:t> user (presales)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737360" cy="1737360"/>
          </a:xfrm>
          <a:prstGeom prst="ellipse">
            <a:avLst/>
          </a:prstGeom>
          <a:solidFill>
            <a:srgbClr val="DCE8F8"/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1: Gemini baca struk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prompt (ringkas)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011680"/>
            <a:ext cx="3712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Kamu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pembaca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struk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Baca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gambar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dan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keluarkan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HANYA JSON: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tanggal_pembelian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yyyy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-MM-dd),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nama_toko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nama_barang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harga_satuan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kuantitas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diskon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pajak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total_nota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total_akhir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Jika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tidak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terbaca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"Tidak </a:t>
            </a:r>
            <a:r>
              <a:rPr lang="en-US" sz="900" dirty="0" err="1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Diketahui</a:t>
            </a: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649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desain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3931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hanya JSON agar langsung bisa diparse node berikutnya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dipaksa yyyy-MM-dd supaya filter harian, mingguan, bulanan akurat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default mencegah workflow berhenti saat struk buram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2: AI Agent pesan teks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691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prompt (ringkas)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4608" y="2011680"/>
            <a:ext cx="3712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Kamu asisten pencatat pengeluaran presales. Ubah pesan pengguna menjadi JSON: tanggal_pembelian, nama_toko, nama_barang, harga_satuan, kuantitas, total_nota, dan insight (komentar singkat ramah). Jika data belum lengkap, tanyakan balik.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3649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desain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63931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yang jelas menjaga jawaban tetap fokus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insight dipakai sebagai balasan personal di Telegram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tanya balik membuat node If bisa memisahkan data valid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737360" cy="1737360"/>
          </a:xfrm>
          <a:prstGeom prst="ellipse">
            <a:avLst/>
          </a:prstGeom>
          <a:solidFill>
            <a:srgbClr val="DCE8F8"/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0167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Input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AF1FB"/>
          </a:solidFill>
          <a:ln w="19050">
            <a:solidFill>
              <a:srgbClr val="A9C7EE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416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struk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struk dikirim ke bot Telegram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AF1FB"/>
          </a:solidFill>
          <a:ln w="19050">
            <a:solidFill>
              <a:srgbClr val="A9C7EE"/>
            </a:solidFill>
            <a:prstDash val="dash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194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91840" y="40416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teks</a:t>
            </a:r>
            <a:endParaRPr lang="en-US" sz="13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 data (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input data (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bawah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11887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AF1FB"/>
          </a:solidFill>
          <a:ln w="19050">
            <a:solidFill>
              <a:srgbClr val="A9C7EE"/>
            </a:solidFill>
            <a:prstDash val="dash"/>
          </a:ln>
        </p:spPr>
      </p:sp>
      <p:sp>
        <p:nvSpPr>
          <p:cNvPr id="15" name="Text 10"/>
          <p:cNvSpPr txBox="1"/>
          <p:nvPr/>
        </p:nvSpPr>
        <p:spPr>
          <a:xfrm>
            <a:off x="6126480" y="40416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laporan</a:t>
            </a:r>
            <a:endParaRPr lang="en-US" sz="1300" dirty="0"/>
          </a:p>
          <a:p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“/command1”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harian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“/command2”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mingguan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“/command3”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bulanan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“/command4”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keseluruhan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A57BF1-47DE-A898-D241-1762179FC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34" y="1211228"/>
            <a:ext cx="2553286" cy="2721043"/>
          </a:xfrm>
          <a:prstGeom prst="roundRect">
            <a:avLst>
              <a:gd name="adj" fmla="val 4854"/>
            </a:avLst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52A3DA0-FDDE-ED53-62C2-F0A4EAC47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1" y="2074477"/>
            <a:ext cx="2553286" cy="6687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512090F-601D-71D9-893E-FB11BD590B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8875" y="2184206"/>
            <a:ext cx="2553286" cy="6400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0F1F0D1-807E-2739-D446-16918A0D1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1662817"/>
            <a:ext cx="2553286" cy="411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737360" cy="1737360"/>
          </a:xfrm>
          <a:prstGeom prst="ellipse">
            <a:avLst/>
          </a:prstGeom>
          <a:solidFill>
            <a:srgbClr val="DCE8F8"/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Output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416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nota tercatat otomatis: tanggal, toko, barang, harga, pajak, total, 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6995DF-B788-5D0D-27BB-65FA0475AD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737"/>
          <a:stretch>
            <a:fillRect/>
          </a:stretch>
        </p:blipFill>
        <p:spPr>
          <a:xfrm>
            <a:off x="520505" y="1404131"/>
            <a:ext cx="7861682" cy="23352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DD84E-1AAD-4851-48B8-A0448A3A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D07B7D-4097-5250-9A69-9BE5E8944AEF}"/>
              </a:ext>
            </a:extLst>
          </p:cNvPr>
          <p:cNvSpPr/>
          <p:nvPr/>
        </p:nvSpPr>
        <p:spPr>
          <a:xfrm>
            <a:off x="-731520" y="-731520"/>
            <a:ext cx="1737360" cy="1737360"/>
          </a:xfrm>
          <a:prstGeom prst="ellipse">
            <a:avLst/>
          </a:prstGeom>
          <a:solidFill>
            <a:srgbClr val="DCE8F8"/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1DFB04-B366-9B6F-A84C-8E742E04A733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Output</a:t>
            </a:r>
            <a:endParaRPr lang="en-US" sz="3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F952B3F-3456-5932-B4F3-22EA075FD532}"/>
              </a:ext>
            </a:extLst>
          </p:cNvPr>
          <p:cNvSpPr txBox="1"/>
          <p:nvPr/>
        </p:nvSpPr>
        <p:spPr>
          <a:xfrm>
            <a:off x="3291840" y="40416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Balasan Telegram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nota lengkap beserta insight dari AI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84C80B2-834E-A420-F1E0-4522BFD5C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16" y="914400"/>
            <a:ext cx="2370374" cy="290673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04C8AA5-602D-C401-04CE-6CF28E89A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288" y="1544242"/>
            <a:ext cx="4611767" cy="1464400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50CCDADB-0C17-372A-0AB3-381866E83764}"/>
              </a:ext>
            </a:extLst>
          </p:cNvPr>
          <p:cNvSpPr txBox="1"/>
          <p:nvPr/>
        </p:nvSpPr>
        <p:spPr>
          <a:xfrm>
            <a:off x="1235613" y="3942471"/>
            <a:ext cx="1324707" cy="28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input data/value</a:t>
            </a:r>
            <a:endParaRPr lang="en-US" sz="13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9A7F15BA-DF9B-E0E6-6C2E-3DD32F5FD560}"/>
              </a:ext>
            </a:extLst>
          </p:cNvPr>
          <p:cNvSpPr txBox="1"/>
          <p:nvPr/>
        </p:nvSpPr>
        <p:spPr>
          <a:xfrm>
            <a:off x="5421923" y="3095201"/>
            <a:ext cx="1872176" cy="28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 data/value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683101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CFC32-9830-0898-5500-85F79CE7C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A0F154-D85D-7E76-F4D1-072DDC60C1F7}"/>
              </a:ext>
            </a:extLst>
          </p:cNvPr>
          <p:cNvSpPr/>
          <p:nvPr/>
        </p:nvSpPr>
        <p:spPr>
          <a:xfrm>
            <a:off x="-731520" y="-731520"/>
            <a:ext cx="1737360" cy="1737360"/>
          </a:xfrm>
          <a:prstGeom prst="ellipse">
            <a:avLst/>
          </a:prstGeom>
          <a:solidFill>
            <a:srgbClr val="DCE8F8"/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62F537-E709-A6B9-EF89-FAE24899E719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Output</a:t>
            </a:r>
            <a:endParaRPr lang="en-US" sz="3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8A7835C-BA80-6A90-3D5B-536C2C76C534}"/>
              </a:ext>
            </a:extLst>
          </p:cNvPr>
          <p:cNvSpPr txBox="1"/>
          <p:nvPr/>
        </p:nvSpPr>
        <p:spPr>
          <a:xfrm>
            <a:off x="3291840" y="40416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Balasan Telegram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nota lengkap beserta insight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(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diminta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merekap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harian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mingguan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bulanan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keseluruhan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4333C53-AEDA-6152-4244-9374F572386F}"/>
              </a:ext>
            </a:extLst>
          </p:cNvPr>
          <p:cNvSpPr txBox="1"/>
          <p:nvPr/>
        </p:nvSpPr>
        <p:spPr>
          <a:xfrm>
            <a:off x="1460696" y="3707715"/>
            <a:ext cx="1324707" cy="28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telegram</a:t>
            </a:r>
            <a:endParaRPr lang="en-US" sz="13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7C36C57F-E9DC-23EB-8480-D55FE5F2723D}"/>
              </a:ext>
            </a:extLst>
          </p:cNvPr>
          <p:cNvSpPr txBox="1"/>
          <p:nvPr/>
        </p:nvSpPr>
        <p:spPr>
          <a:xfrm>
            <a:off x="5499295" y="3566159"/>
            <a:ext cx="1872176" cy="28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setuju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“Ya”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dikirim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atasan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203DE-E6AF-36A8-47C7-3FA8C79E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54" y="871675"/>
            <a:ext cx="2560086" cy="2763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AAC7A2-EE66-7A02-208A-691BACDD0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35" y="799577"/>
            <a:ext cx="2881762" cy="276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28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770</Words>
  <Application>Microsoft Office PowerPoint</Application>
  <PresentationFormat>On-screen Show (16:9)</PresentationFormat>
  <Paragraphs>105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 Pencatat Pengeluaran Presales</dc:title>
  <dc:subject>PptxGenJS Presentation</dc:subject>
  <dc:creator>PptxGenJS</dc:creator>
  <cp:lastModifiedBy>Shergy Diardhan</cp:lastModifiedBy>
  <cp:revision>2</cp:revision>
  <dcterms:created xsi:type="dcterms:W3CDTF">2026-10-01T15:33:53Z</dcterms:created>
  <dcterms:modified xsi:type="dcterms:W3CDTF">2026-10-01T16:42:33Z</dcterms:modified>
</cp:coreProperties>
</file>